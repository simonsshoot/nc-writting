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1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5" userDrawn="1">
          <p15:clr>
            <a:srgbClr val="A4A3A4"/>
          </p15:clr>
        </p15:guide>
        <p15:guide id="2" pos="37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4F0"/>
    <a:srgbClr val="00EFE3"/>
    <a:srgbClr val="00BAFF"/>
    <a:srgbClr val="FFC000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3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-24" y="144"/>
      </p:cViewPr>
      <p:guideLst>
        <p:guide orient="horz" pos="2225"/>
        <p:guide pos="378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75.xml"/><Relationship Id="rId18" Type="http://schemas.openxmlformats.org/officeDocument/2006/relationships/image" Target="../media/image3.jpeg"/><Relationship Id="rId26" Type="http://schemas.openxmlformats.org/officeDocument/2006/relationships/image" Target="../media/image11.jpeg"/><Relationship Id="rId39" Type="http://schemas.openxmlformats.org/officeDocument/2006/relationships/image" Target="../media/image24.svg"/><Relationship Id="rId21" Type="http://schemas.openxmlformats.org/officeDocument/2006/relationships/image" Target="../media/image6.jpeg"/><Relationship Id="rId34" Type="http://schemas.openxmlformats.org/officeDocument/2006/relationships/image" Target="../media/image19.jpeg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6" Type="http://schemas.openxmlformats.org/officeDocument/2006/relationships/image" Target="../media/image1.jpeg"/><Relationship Id="rId20" Type="http://schemas.openxmlformats.org/officeDocument/2006/relationships/image" Target="../media/image5.jpeg"/><Relationship Id="rId29" Type="http://schemas.openxmlformats.org/officeDocument/2006/relationships/image" Target="../media/image14.jpeg"/><Relationship Id="rId41" Type="http://schemas.openxmlformats.org/officeDocument/2006/relationships/image" Target="../media/image26.svg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24" Type="http://schemas.openxmlformats.org/officeDocument/2006/relationships/image" Target="../media/image9.jpeg"/><Relationship Id="rId32" Type="http://schemas.openxmlformats.org/officeDocument/2006/relationships/image" Target="../media/image17.jpeg"/><Relationship Id="rId37" Type="http://schemas.openxmlformats.org/officeDocument/2006/relationships/image" Target="../media/image22.svg"/><Relationship Id="rId40" Type="http://schemas.openxmlformats.org/officeDocument/2006/relationships/image" Target="../media/image25.png"/><Relationship Id="rId5" Type="http://schemas.openxmlformats.org/officeDocument/2006/relationships/tags" Target="../tags/tag67.xml"/><Relationship Id="rId15" Type="http://schemas.openxmlformats.org/officeDocument/2006/relationships/slideLayout" Target="../slideLayouts/slideLayout1.xml"/><Relationship Id="rId23" Type="http://schemas.openxmlformats.org/officeDocument/2006/relationships/image" Target="../media/image8.jpeg"/><Relationship Id="rId28" Type="http://schemas.openxmlformats.org/officeDocument/2006/relationships/image" Target="../media/image13.jpeg"/><Relationship Id="rId36" Type="http://schemas.openxmlformats.org/officeDocument/2006/relationships/image" Target="../media/image21.png"/><Relationship Id="rId10" Type="http://schemas.openxmlformats.org/officeDocument/2006/relationships/tags" Target="../tags/tag72.xml"/><Relationship Id="rId19" Type="http://schemas.openxmlformats.org/officeDocument/2006/relationships/image" Target="../media/image4.jpeg"/><Relationship Id="rId31" Type="http://schemas.openxmlformats.org/officeDocument/2006/relationships/image" Target="../media/image16.jpeg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Relationship Id="rId22" Type="http://schemas.openxmlformats.org/officeDocument/2006/relationships/image" Target="../media/image7.jpeg"/><Relationship Id="rId27" Type="http://schemas.openxmlformats.org/officeDocument/2006/relationships/image" Target="../media/image12.jpeg"/><Relationship Id="rId30" Type="http://schemas.openxmlformats.org/officeDocument/2006/relationships/image" Target="../media/image15.jpeg"/><Relationship Id="rId35" Type="http://schemas.openxmlformats.org/officeDocument/2006/relationships/image" Target="../media/image20.png"/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12" Type="http://schemas.openxmlformats.org/officeDocument/2006/relationships/tags" Target="../tags/tag74.xml"/><Relationship Id="rId17" Type="http://schemas.openxmlformats.org/officeDocument/2006/relationships/image" Target="../media/image2.jpeg"/><Relationship Id="rId25" Type="http://schemas.openxmlformats.org/officeDocument/2006/relationships/image" Target="../media/image10.jpeg"/><Relationship Id="rId33" Type="http://schemas.openxmlformats.org/officeDocument/2006/relationships/image" Target="../media/image18.jpeg"/><Relationship Id="rId38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89.xml"/><Relationship Id="rId18" Type="http://schemas.openxmlformats.org/officeDocument/2006/relationships/image" Target="../media/image3.jpeg"/><Relationship Id="rId26" Type="http://schemas.openxmlformats.org/officeDocument/2006/relationships/image" Target="../media/image11.jpeg"/><Relationship Id="rId39" Type="http://schemas.openxmlformats.org/officeDocument/2006/relationships/image" Target="../media/image24.svg"/><Relationship Id="rId21" Type="http://schemas.openxmlformats.org/officeDocument/2006/relationships/image" Target="../media/image6.jpeg"/><Relationship Id="rId34" Type="http://schemas.openxmlformats.org/officeDocument/2006/relationships/image" Target="../media/image19.jpeg"/><Relationship Id="rId7" Type="http://schemas.openxmlformats.org/officeDocument/2006/relationships/tags" Target="../tags/tag83.xml"/><Relationship Id="rId2" Type="http://schemas.openxmlformats.org/officeDocument/2006/relationships/tags" Target="../tags/tag78.xml"/><Relationship Id="rId16" Type="http://schemas.openxmlformats.org/officeDocument/2006/relationships/image" Target="../media/image1.jpeg"/><Relationship Id="rId20" Type="http://schemas.openxmlformats.org/officeDocument/2006/relationships/image" Target="../media/image5.jpeg"/><Relationship Id="rId29" Type="http://schemas.openxmlformats.org/officeDocument/2006/relationships/image" Target="../media/image14.jpeg"/><Relationship Id="rId41" Type="http://schemas.openxmlformats.org/officeDocument/2006/relationships/image" Target="../media/image26.svg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24" Type="http://schemas.openxmlformats.org/officeDocument/2006/relationships/image" Target="../media/image9.jpeg"/><Relationship Id="rId32" Type="http://schemas.openxmlformats.org/officeDocument/2006/relationships/image" Target="../media/image17.jpeg"/><Relationship Id="rId37" Type="http://schemas.openxmlformats.org/officeDocument/2006/relationships/image" Target="../media/image22.svg"/><Relationship Id="rId40" Type="http://schemas.openxmlformats.org/officeDocument/2006/relationships/image" Target="../media/image25.png"/><Relationship Id="rId5" Type="http://schemas.openxmlformats.org/officeDocument/2006/relationships/tags" Target="../tags/tag81.xml"/><Relationship Id="rId15" Type="http://schemas.openxmlformats.org/officeDocument/2006/relationships/slideLayout" Target="../slideLayouts/slideLayout2.xml"/><Relationship Id="rId23" Type="http://schemas.openxmlformats.org/officeDocument/2006/relationships/image" Target="../media/image8.jpeg"/><Relationship Id="rId28" Type="http://schemas.openxmlformats.org/officeDocument/2006/relationships/image" Target="../media/image13.jpeg"/><Relationship Id="rId36" Type="http://schemas.openxmlformats.org/officeDocument/2006/relationships/image" Target="../media/image21.png"/><Relationship Id="rId10" Type="http://schemas.openxmlformats.org/officeDocument/2006/relationships/tags" Target="../tags/tag86.xml"/><Relationship Id="rId19" Type="http://schemas.openxmlformats.org/officeDocument/2006/relationships/image" Target="../media/image4.jpeg"/><Relationship Id="rId31" Type="http://schemas.openxmlformats.org/officeDocument/2006/relationships/image" Target="../media/image16.jpeg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tags" Target="../tags/tag90.xml"/><Relationship Id="rId22" Type="http://schemas.openxmlformats.org/officeDocument/2006/relationships/image" Target="../media/image7.jpeg"/><Relationship Id="rId27" Type="http://schemas.openxmlformats.org/officeDocument/2006/relationships/image" Target="../media/image12.jpeg"/><Relationship Id="rId30" Type="http://schemas.openxmlformats.org/officeDocument/2006/relationships/image" Target="../media/image15.jpeg"/><Relationship Id="rId35" Type="http://schemas.openxmlformats.org/officeDocument/2006/relationships/image" Target="../media/image20.png"/><Relationship Id="rId8" Type="http://schemas.openxmlformats.org/officeDocument/2006/relationships/tags" Target="../tags/tag84.xml"/><Relationship Id="rId3" Type="http://schemas.openxmlformats.org/officeDocument/2006/relationships/tags" Target="../tags/tag79.xml"/><Relationship Id="rId12" Type="http://schemas.openxmlformats.org/officeDocument/2006/relationships/tags" Target="../tags/tag88.xml"/><Relationship Id="rId17" Type="http://schemas.openxmlformats.org/officeDocument/2006/relationships/image" Target="../media/image2.jpeg"/><Relationship Id="rId25" Type="http://schemas.openxmlformats.org/officeDocument/2006/relationships/image" Target="../media/image10.jpeg"/><Relationship Id="rId33" Type="http://schemas.openxmlformats.org/officeDocument/2006/relationships/image" Target="../media/image18.jpeg"/><Relationship Id="rId38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8" Type="http://schemas.openxmlformats.org/officeDocument/2006/relationships/image" Target="../media/image24.svg"/><Relationship Id="rId26" Type="http://schemas.openxmlformats.org/officeDocument/2006/relationships/image" Target="../media/image8.jpeg"/><Relationship Id="rId3" Type="http://schemas.openxmlformats.org/officeDocument/2006/relationships/tags" Target="../tags/tag93.xml"/><Relationship Id="rId21" Type="http://schemas.openxmlformats.org/officeDocument/2006/relationships/image" Target="../media/image34.jpeg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31.jpeg"/><Relationship Id="rId17" Type="http://schemas.openxmlformats.org/officeDocument/2006/relationships/image" Target="../media/image23.png"/><Relationship Id="rId25" Type="http://schemas.openxmlformats.org/officeDocument/2006/relationships/image" Target="../media/image7.jpeg"/><Relationship Id="rId33" Type="http://schemas.openxmlformats.org/officeDocument/2006/relationships/image" Target="../media/image19.jpeg"/><Relationship Id="rId2" Type="http://schemas.openxmlformats.org/officeDocument/2006/relationships/tags" Target="../tags/tag92.xml"/><Relationship Id="rId16" Type="http://schemas.openxmlformats.org/officeDocument/2006/relationships/image" Target="../media/image22.svg"/><Relationship Id="rId20" Type="http://schemas.openxmlformats.org/officeDocument/2006/relationships/image" Target="../media/image33.jpeg"/><Relationship Id="rId29" Type="http://schemas.openxmlformats.org/officeDocument/2006/relationships/image" Target="../media/image11.jpeg"/><Relationship Id="rId1" Type="http://schemas.openxmlformats.org/officeDocument/2006/relationships/tags" Target="../tags/tag9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0.jpeg"/><Relationship Id="rId24" Type="http://schemas.openxmlformats.org/officeDocument/2006/relationships/image" Target="../media/image6.jpeg"/><Relationship Id="rId32" Type="http://schemas.openxmlformats.org/officeDocument/2006/relationships/image" Target="../media/image20.png"/><Relationship Id="rId5" Type="http://schemas.openxmlformats.org/officeDocument/2006/relationships/tags" Target="../tags/tag95.xml"/><Relationship Id="rId15" Type="http://schemas.openxmlformats.org/officeDocument/2006/relationships/image" Target="../media/image21.png"/><Relationship Id="rId23" Type="http://schemas.openxmlformats.org/officeDocument/2006/relationships/image" Target="../media/image36.jpeg"/><Relationship Id="rId28" Type="http://schemas.openxmlformats.org/officeDocument/2006/relationships/image" Target="../media/image10.jpeg"/><Relationship Id="rId10" Type="http://schemas.openxmlformats.org/officeDocument/2006/relationships/image" Target="../media/image29.jpeg"/><Relationship Id="rId19" Type="http://schemas.openxmlformats.org/officeDocument/2006/relationships/image" Target="../media/image32.jpeg"/><Relationship Id="rId31" Type="http://schemas.openxmlformats.org/officeDocument/2006/relationships/image" Target="../media/image18.jpeg"/><Relationship Id="rId4" Type="http://schemas.openxmlformats.org/officeDocument/2006/relationships/tags" Target="../tags/tag94.xml"/><Relationship Id="rId9" Type="http://schemas.openxmlformats.org/officeDocument/2006/relationships/image" Target="../media/image28.jpeg"/><Relationship Id="rId14" Type="http://schemas.openxmlformats.org/officeDocument/2006/relationships/image" Target="../media/image26.svg"/><Relationship Id="rId22" Type="http://schemas.openxmlformats.org/officeDocument/2006/relationships/image" Target="../media/image35.jpeg"/><Relationship Id="rId27" Type="http://schemas.openxmlformats.org/officeDocument/2006/relationships/image" Target="../media/image9.jpeg"/><Relationship Id="rId30" Type="http://schemas.openxmlformats.org/officeDocument/2006/relationships/image" Target="../media/image17.jpeg"/><Relationship Id="rId8" Type="http://schemas.openxmlformats.org/officeDocument/2006/relationships/image" Target="../media/image2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31.jpeg"/><Relationship Id="rId26" Type="http://schemas.openxmlformats.org/officeDocument/2006/relationships/image" Target="../media/image32.jpeg"/><Relationship Id="rId21" Type="http://schemas.openxmlformats.org/officeDocument/2006/relationships/image" Target="../media/image23.png"/><Relationship Id="rId34" Type="http://schemas.openxmlformats.org/officeDocument/2006/relationships/image" Target="../media/image6.jpeg"/><Relationship Id="rId7" Type="http://schemas.openxmlformats.org/officeDocument/2006/relationships/image" Target="../media/image17.jpeg"/><Relationship Id="rId12" Type="http://schemas.openxmlformats.org/officeDocument/2006/relationships/image" Target="../media/image39.png"/><Relationship Id="rId17" Type="http://schemas.openxmlformats.org/officeDocument/2006/relationships/image" Target="../media/image30.jpeg"/><Relationship Id="rId25" Type="http://schemas.openxmlformats.org/officeDocument/2006/relationships/image" Target="../media/image43.png"/><Relationship Id="rId33" Type="http://schemas.openxmlformats.org/officeDocument/2006/relationships/image" Target="../media/image7.jpeg"/><Relationship Id="rId38" Type="http://schemas.openxmlformats.org/officeDocument/2006/relationships/image" Target="../media/image11.jpeg"/><Relationship Id="rId2" Type="http://schemas.openxmlformats.org/officeDocument/2006/relationships/tags" Target="../tags/tag98.xml"/><Relationship Id="rId16" Type="http://schemas.openxmlformats.org/officeDocument/2006/relationships/image" Target="../media/image29.jpeg"/><Relationship Id="rId20" Type="http://schemas.openxmlformats.org/officeDocument/2006/relationships/image" Target="../media/image26.svg"/><Relationship Id="rId29" Type="http://schemas.openxmlformats.org/officeDocument/2006/relationships/image" Target="../media/image35.jpeg"/><Relationship Id="rId1" Type="http://schemas.openxmlformats.org/officeDocument/2006/relationships/tags" Target="../tags/tag97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8.png"/><Relationship Id="rId24" Type="http://schemas.openxmlformats.org/officeDocument/2006/relationships/image" Target="../media/image42.png"/><Relationship Id="rId32" Type="http://schemas.openxmlformats.org/officeDocument/2006/relationships/image" Target="../media/image18.jpeg"/><Relationship Id="rId37" Type="http://schemas.openxmlformats.org/officeDocument/2006/relationships/image" Target="../media/image10.jpeg"/><Relationship Id="rId5" Type="http://schemas.openxmlformats.org/officeDocument/2006/relationships/tags" Target="../tags/tag101.xml"/><Relationship Id="rId15" Type="http://schemas.openxmlformats.org/officeDocument/2006/relationships/image" Target="../media/image28.jpeg"/><Relationship Id="rId23" Type="http://schemas.openxmlformats.org/officeDocument/2006/relationships/image" Target="../media/image41.png"/><Relationship Id="rId28" Type="http://schemas.openxmlformats.org/officeDocument/2006/relationships/image" Target="../media/image34.jpeg"/><Relationship Id="rId36" Type="http://schemas.openxmlformats.org/officeDocument/2006/relationships/image" Target="../media/image9.jpeg"/><Relationship Id="rId10" Type="http://schemas.openxmlformats.org/officeDocument/2006/relationships/image" Target="../media/image22.svg"/><Relationship Id="rId19" Type="http://schemas.openxmlformats.org/officeDocument/2006/relationships/image" Target="../media/image25.png"/><Relationship Id="rId31" Type="http://schemas.openxmlformats.org/officeDocument/2006/relationships/image" Target="../media/image19.jpeg"/><Relationship Id="rId4" Type="http://schemas.openxmlformats.org/officeDocument/2006/relationships/tags" Target="../tags/tag100.xml"/><Relationship Id="rId9" Type="http://schemas.openxmlformats.org/officeDocument/2006/relationships/image" Target="../media/image21.png"/><Relationship Id="rId14" Type="http://schemas.openxmlformats.org/officeDocument/2006/relationships/image" Target="../media/image27.jpeg"/><Relationship Id="rId22" Type="http://schemas.openxmlformats.org/officeDocument/2006/relationships/image" Target="../media/image24.svg"/><Relationship Id="rId27" Type="http://schemas.openxmlformats.org/officeDocument/2006/relationships/image" Target="../media/image33.jpeg"/><Relationship Id="rId30" Type="http://schemas.openxmlformats.org/officeDocument/2006/relationships/image" Target="../media/image36.jpeg"/><Relationship Id="rId35" Type="http://schemas.openxmlformats.org/officeDocument/2006/relationships/image" Target="../media/image8.jpeg"/><Relationship Id="rId8" Type="http://schemas.openxmlformats.org/officeDocument/2006/relationships/image" Target="../media/image20.png"/><Relationship Id="rId3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/>
          <p:cNvGrpSpPr/>
          <p:nvPr/>
        </p:nvGrpSpPr>
        <p:grpSpPr>
          <a:xfrm>
            <a:off x="1316355" y="755015"/>
            <a:ext cx="5304790" cy="3893185"/>
            <a:chOff x="1855" y="1309"/>
            <a:chExt cx="8354" cy="6131"/>
          </a:xfrm>
        </p:grpSpPr>
        <p:pic>
          <p:nvPicPr>
            <p:cNvPr id="9" name="图片 8" descr="2-1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867" y="2856"/>
              <a:ext cx="1614" cy="1481"/>
            </a:xfrm>
            <a:prstGeom prst="rect">
              <a:avLst/>
            </a:prstGeom>
          </p:spPr>
        </p:pic>
        <p:pic>
          <p:nvPicPr>
            <p:cNvPr id="10" name="图片 9" descr="2-2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3526" y="2856"/>
              <a:ext cx="1631" cy="1484"/>
            </a:xfrm>
            <a:prstGeom prst="rect">
              <a:avLst/>
            </a:prstGeom>
          </p:spPr>
        </p:pic>
        <p:pic>
          <p:nvPicPr>
            <p:cNvPr id="11" name="图片 10" descr="2-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5214" y="2857"/>
              <a:ext cx="1612" cy="1483"/>
            </a:xfrm>
            <a:prstGeom prst="rect">
              <a:avLst/>
            </a:prstGeom>
          </p:spPr>
        </p:pic>
        <p:pic>
          <p:nvPicPr>
            <p:cNvPr id="12" name="图片 11" descr="2-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6883" y="2857"/>
              <a:ext cx="1637" cy="1483"/>
            </a:xfrm>
            <a:prstGeom prst="rect">
              <a:avLst/>
            </a:prstGeom>
          </p:spPr>
        </p:pic>
        <p:pic>
          <p:nvPicPr>
            <p:cNvPr id="13" name="图片 12" descr="2-5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577" y="2857"/>
              <a:ext cx="1627" cy="1483"/>
            </a:xfrm>
            <a:prstGeom prst="rect">
              <a:avLst/>
            </a:prstGeom>
          </p:spPr>
        </p:pic>
        <p:pic>
          <p:nvPicPr>
            <p:cNvPr id="15" name="图片 14" descr="3-1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867" y="4403"/>
              <a:ext cx="1614" cy="1483"/>
            </a:xfrm>
            <a:prstGeom prst="rect">
              <a:avLst/>
            </a:prstGeom>
          </p:spPr>
        </p:pic>
        <p:pic>
          <p:nvPicPr>
            <p:cNvPr id="16" name="图片 15" descr="3-2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8572" y="5957"/>
              <a:ext cx="1626" cy="1478"/>
            </a:xfrm>
            <a:prstGeom prst="rect">
              <a:avLst/>
            </a:prstGeom>
          </p:spPr>
        </p:pic>
        <p:pic>
          <p:nvPicPr>
            <p:cNvPr id="17" name="图片 16" descr="3-3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526" y="4402"/>
              <a:ext cx="1632" cy="1489"/>
            </a:xfrm>
            <a:prstGeom prst="rect">
              <a:avLst/>
            </a:prstGeom>
          </p:spPr>
        </p:pic>
        <p:pic>
          <p:nvPicPr>
            <p:cNvPr id="19" name="图片 18" descr="3-5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214" y="4407"/>
              <a:ext cx="1612" cy="1483"/>
            </a:xfrm>
            <a:prstGeom prst="rect">
              <a:avLst/>
            </a:prstGeom>
          </p:spPr>
        </p:pic>
        <p:pic>
          <p:nvPicPr>
            <p:cNvPr id="20" name="图片 19" descr="3-6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881" y="4401"/>
              <a:ext cx="1634" cy="1492"/>
            </a:xfrm>
            <a:prstGeom prst="rect">
              <a:avLst/>
            </a:prstGeom>
          </p:spPr>
        </p:pic>
        <p:pic>
          <p:nvPicPr>
            <p:cNvPr id="21" name="图片 20" descr="3-7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8568" y="4407"/>
              <a:ext cx="1628" cy="1490"/>
            </a:xfrm>
            <a:prstGeom prst="rect">
              <a:avLst/>
            </a:prstGeom>
          </p:spPr>
        </p:pic>
        <p:pic>
          <p:nvPicPr>
            <p:cNvPr id="4" name="图片 3" descr="1-1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867" y="1309"/>
              <a:ext cx="1617" cy="1482"/>
            </a:xfrm>
            <a:prstGeom prst="rect">
              <a:avLst/>
            </a:prstGeom>
          </p:spPr>
        </p:pic>
        <p:pic>
          <p:nvPicPr>
            <p:cNvPr id="5" name="图片 4" descr="1-2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3539" y="1309"/>
              <a:ext cx="1618" cy="1482"/>
            </a:xfrm>
            <a:prstGeom prst="rect">
              <a:avLst/>
            </a:prstGeom>
          </p:spPr>
        </p:pic>
        <p:pic>
          <p:nvPicPr>
            <p:cNvPr id="6" name="图片 5" descr="1-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9"/>
            <a:stretch>
              <a:fillRect/>
            </a:stretch>
          </p:blipFill>
          <p:spPr>
            <a:xfrm>
              <a:off x="5212" y="1310"/>
              <a:ext cx="1619" cy="1482"/>
            </a:xfrm>
            <a:prstGeom prst="rect">
              <a:avLst/>
            </a:prstGeom>
          </p:spPr>
        </p:pic>
        <p:pic>
          <p:nvPicPr>
            <p:cNvPr id="7" name="图片 6" descr="1-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6886" y="1311"/>
              <a:ext cx="1629" cy="1481"/>
            </a:xfrm>
            <a:prstGeom prst="rect">
              <a:avLst/>
            </a:prstGeom>
          </p:spPr>
        </p:pic>
        <p:pic>
          <p:nvPicPr>
            <p:cNvPr id="8" name="图片 7" descr="1-5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8579" y="1309"/>
              <a:ext cx="1613" cy="1481"/>
            </a:xfrm>
            <a:prstGeom prst="rect">
              <a:avLst/>
            </a:prstGeom>
          </p:spPr>
        </p:pic>
        <p:sp>
          <p:nvSpPr>
            <p:cNvPr id="23" name="矩形 22"/>
            <p:cNvSpPr/>
            <p:nvPr/>
          </p:nvSpPr>
          <p:spPr>
            <a:xfrm>
              <a:off x="8580" y="1309"/>
              <a:ext cx="1617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9050"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>
              <p:custDataLst>
                <p:tags r:id="rId8"/>
              </p:custDataLst>
            </p:nvPr>
          </p:nvSpPr>
          <p:spPr>
            <a:xfrm>
              <a:off x="3539" y="1309"/>
              <a:ext cx="4965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9"/>
              </p:custDataLst>
            </p:nvPr>
          </p:nvSpPr>
          <p:spPr>
            <a:xfrm>
              <a:off x="1867" y="2352"/>
              <a:ext cx="8326" cy="438"/>
            </a:xfrm>
            <a:prstGeom prst="rect">
              <a:avLst/>
            </a:prstGeom>
            <a:solidFill>
              <a:schemeClr val="bg1">
                <a:lumMod val="95000"/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latin typeface="Calibri" panose="020F0502020204030204" charset="0"/>
                  <a:cs typeface="Calibri" panose="020F0502020204030204" charset="0"/>
                </a:rPr>
                <a:t>Dangerous Action 1: Wielding knife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8577" y="2856"/>
              <a:ext cx="1629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9050"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>
              <p:custDataLst>
                <p:tags r:id="rId10"/>
              </p:custDataLst>
            </p:nvPr>
          </p:nvSpPr>
          <p:spPr>
            <a:xfrm>
              <a:off x="3526" y="2856"/>
              <a:ext cx="4978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</a:ln>
              </a:endParaRPr>
            </a:p>
          </p:txBody>
        </p:sp>
        <p:pic>
          <p:nvPicPr>
            <p:cNvPr id="30" name="图片 29" descr="3-4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5214" y="5957"/>
              <a:ext cx="1614" cy="1479"/>
            </a:xfrm>
            <a:prstGeom prst="rect">
              <a:avLst/>
            </a:prstGeom>
          </p:spPr>
        </p:pic>
        <p:pic>
          <p:nvPicPr>
            <p:cNvPr id="31" name="图片 30" descr="3-8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6884" y="5958"/>
              <a:ext cx="1632" cy="1479"/>
            </a:xfrm>
            <a:prstGeom prst="rect">
              <a:avLst/>
            </a:prstGeom>
          </p:spPr>
        </p:pic>
        <p:pic>
          <p:nvPicPr>
            <p:cNvPr id="32" name="图片 31" descr="3-9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3539" y="5957"/>
              <a:ext cx="1619" cy="1483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867" y="5952"/>
              <a:ext cx="1614" cy="1485"/>
            </a:xfrm>
            <a:prstGeom prst="rect">
              <a:avLst/>
            </a:prstGeom>
          </p:spPr>
        </p:pic>
        <p:sp>
          <p:nvSpPr>
            <p:cNvPr id="34" name="矩形 33"/>
            <p:cNvSpPr/>
            <p:nvPr>
              <p:custDataLst>
                <p:tags r:id="rId11"/>
              </p:custDataLst>
            </p:nvPr>
          </p:nvSpPr>
          <p:spPr>
            <a:xfrm>
              <a:off x="3531" y="4407"/>
              <a:ext cx="6673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90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12"/>
              </p:custDataLst>
            </p:nvPr>
          </p:nvSpPr>
          <p:spPr>
            <a:xfrm>
              <a:off x="3544" y="5958"/>
              <a:ext cx="6652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9050"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855" y="1310"/>
              <a:ext cx="1629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9050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>
              <p:custDataLst>
                <p:tags r:id="rId13"/>
              </p:custDataLst>
            </p:nvPr>
          </p:nvSpPr>
          <p:spPr>
            <a:xfrm>
              <a:off x="1856" y="7002"/>
              <a:ext cx="8342" cy="438"/>
            </a:xfrm>
            <a:prstGeom prst="rect">
              <a:avLst/>
            </a:prstGeom>
            <a:solidFill>
              <a:schemeClr val="bg1">
                <a:lumMod val="95000"/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latin typeface="Calibri" panose="020F0502020204030204" charset="0"/>
                  <a:cs typeface="Calibri" panose="020F0502020204030204" charset="0"/>
                </a:rPr>
                <a:t>Dangerous Action 3: knife hit block during movement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1857" y="2857"/>
              <a:ext cx="1629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9050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1858" y="4417"/>
              <a:ext cx="1629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9050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1858" y="5955"/>
              <a:ext cx="1629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9050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0" name="图片 49" descr="kk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867" y="1333"/>
              <a:ext cx="415" cy="415"/>
            </a:xfrm>
            <a:prstGeom prst="rect">
              <a:avLst/>
            </a:prstGeom>
          </p:spPr>
        </p:pic>
        <p:pic>
          <p:nvPicPr>
            <p:cNvPr id="51" name="图片 50" descr="kk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867" y="2886"/>
              <a:ext cx="415" cy="415"/>
            </a:xfrm>
            <a:prstGeom prst="rect">
              <a:avLst/>
            </a:prstGeom>
          </p:spPr>
        </p:pic>
        <p:pic>
          <p:nvPicPr>
            <p:cNvPr id="52" name="图片 51" descr="kk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867" y="4439"/>
              <a:ext cx="415" cy="415"/>
            </a:xfrm>
            <a:prstGeom prst="rect">
              <a:avLst/>
            </a:prstGeom>
          </p:spPr>
        </p:pic>
        <p:pic>
          <p:nvPicPr>
            <p:cNvPr id="53" name="图片 52" descr="kk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867" y="5979"/>
              <a:ext cx="415" cy="415"/>
            </a:xfrm>
            <a:prstGeom prst="rect">
              <a:avLst/>
            </a:prstGeom>
          </p:spPr>
        </p:pic>
        <p:pic>
          <p:nvPicPr>
            <p:cNvPr id="55" name="图片 54" descr="kk"/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3526" y="1309"/>
              <a:ext cx="471" cy="471"/>
            </a:xfrm>
            <a:prstGeom prst="rect">
              <a:avLst/>
            </a:prstGeom>
          </p:spPr>
        </p:pic>
        <p:pic>
          <p:nvPicPr>
            <p:cNvPr id="56" name="图片 55" descr="kk"/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3526" y="2856"/>
              <a:ext cx="471" cy="471"/>
            </a:xfrm>
            <a:prstGeom prst="rect">
              <a:avLst/>
            </a:prstGeom>
          </p:spPr>
        </p:pic>
        <p:pic>
          <p:nvPicPr>
            <p:cNvPr id="57" name="图片 56" descr="kk"/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3526" y="4403"/>
              <a:ext cx="471" cy="471"/>
            </a:xfrm>
            <a:prstGeom prst="rect">
              <a:avLst/>
            </a:prstGeom>
          </p:spPr>
        </p:pic>
        <p:pic>
          <p:nvPicPr>
            <p:cNvPr id="61" name="图片 60" descr="kk"/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8629" y="1359"/>
              <a:ext cx="389" cy="389"/>
            </a:xfrm>
            <a:prstGeom prst="rect">
              <a:avLst/>
            </a:prstGeom>
          </p:spPr>
        </p:pic>
        <p:pic>
          <p:nvPicPr>
            <p:cNvPr id="62" name="图片 61" descr="kk"/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8629" y="2886"/>
              <a:ext cx="377" cy="377"/>
            </a:xfrm>
            <a:prstGeom prst="rect">
              <a:avLst/>
            </a:prstGeom>
          </p:spPr>
        </p:pic>
        <p:pic>
          <p:nvPicPr>
            <p:cNvPr id="63" name="图片 62" descr="kk"/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3585" y="6021"/>
              <a:ext cx="373" cy="373"/>
            </a:xfrm>
            <a:prstGeom prst="rect">
              <a:avLst/>
            </a:prstGeom>
          </p:spPr>
        </p:pic>
        <p:sp>
          <p:nvSpPr>
            <p:cNvPr id="28" name="矩形 27"/>
            <p:cNvSpPr/>
            <p:nvPr>
              <p:custDataLst>
                <p:tags r:id="rId14"/>
              </p:custDataLst>
            </p:nvPr>
          </p:nvSpPr>
          <p:spPr>
            <a:xfrm>
              <a:off x="1867" y="3898"/>
              <a:ext cx="8342" cy="438"/>
            </a:xfrm>
            <a:prstGeom prst="rect">
              <a:avLst/>
            </a:prstGeom>
            <a:solidFill>
              <a:schemeClr val="bg1">
                <a:lumMod val="95000"/>
                <a:alpha val="62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  <a:latin typeface="Calibri" panose="020F0502020204030204" charset="0"/>
                  <a:cs typeface="Calibri" panose="020F0502020204030204" charset="0"/>
                </a:rPr>
                <a:t>Dangerous Action 2: Moving block to smash people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2-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23975" y="1737360"/>
            <a:ext cx="1024890" cy="940435"/>
          </a:xfrm>
          <a:prstGeom prst="rect">
            <a:avLst/>
          </a:prstGeom>
        </p:spPr>
      </p:pic>
      <p:pic>
        <p:nvPicPr>
          <p:cNvPr id="10" name="图片 9" descr="2-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377440" y="1737360"/>
            <a:ext cx="1035685" cy="942340"/>
          </a:xfrm>
          <a:prstGeom prst="rect">
            <a:avLst/>
          </a:prstGeom>
        </p:spPr>
      </p:pic>
      <p:pic>
        <p:nvPicPr>
          <p:cNvPr id="11" name="图片 10" descr="2-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3449320" y="1737995"/>
            <a:ext cx="1023620" cy="941705"/>
          </a:xfrm>
          <a:prstGeom prst="rect">
            <a:avLst/>
          </a:prstGeom>
        </p:spPr>
      </p:pic>
      <p:pic>
        <p:nvPicPr>
          <p:cNvPr id="12" name="图片 11" descr="2-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509135" y="1737995"/>
            <a:ext cx="1039495" cy="941705"/>
          </a:xfrm>
          <a:prstGeom prst="rect">
            <a:avLst/>
          </a:prstGeom>
        </p:spPr>
      </p:pic>
      <p:pic>
        <p:nvPicPr>
          <p:cNvPr id="13" name="图片 12" descr="2-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84825" y="1737995"/>
            <a:ext cx="1033145" cy="941705"/>
          </a:xfrm>
          <a:prstGeom prst="rect">
            <a:avLst/>
          </a:prstGeom>
        </p:spPr>
      </p:pic>
      <p:pic>
        <p:nvPicPr>
          <p:cNvPr id="15" name="图片 14" descr="3-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3975" y="2719705"/>
            <a:ext cx="1024890" cy="941705"/>
          </a:xfrm>
          <a:prstGeom prst="rect">
            <a:avLst/>
          </a:prstGeom>
        </p:spPr>
      </p:pic>
      <p:pic>
        <p:nvPicPr>
          <p:cNvPr id="16" name="图片 15" descr="3-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81650" y="3706495"/>
            <a:ext cx="1032510" cy="938530"/>
          </a:xfrm>
          <a:prstGeom prst="rect">
            <a:avLst/>
          </a:prstGeom>
        </p:spPr>
      </p:pic>
      <p:pic>
        <p:nvPicPr>
          <p:cNvPr id="17" name="图片 16" descr="3-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77440" y="2719070"/>
            <a:ext cx="1036320" cy="945515"/>
          </a:xfrm>
          <a:prstGeom prst="rect">
            <a:avLst/>
          </a:prstGeom>
        </p:spPr>
      </p:pic>
      <p:pic>
        <p:nvPicPr>
          <p:cNvPr id="19" name="图片 18" descr="3-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49320" y="2722245"/>
            <a:ext cx="1023620" cy="941705"/>
          </a:xfrm>
          <a:prstGeom prst="rect">
            <a:avLst/>
          </a:prstGeom>
        </p:spPr>
      </p:pic>
      <p:pic>
        <p:nvPicPr>
          <p:cNvPr id="20" name="图片 19" descr="3-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07865" y="2718435"/>
            <a:ext cx="1037590" cy="947420"/>
          </a:xfrm>
          <a:prstGeom prst="rect">
            <a:avLst/>
          </a:prstGeom>
        </p:spPr>
      </p:pic>
      <p:pic>
        <p:nvPicPr>
          <p:cNvPr id="21" name="图片 20" descr="3-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579110" y="2722245"/>
            <a:ext cx="1033780" cy="946150"/>
          </a:xfrm>
          <a:prstGeom prst="rect">
            <a:avLst/>
          </a:prstGeom>
        </p:spPr>
      </p:pic>
      <p:pic>
        <p:nvPicPr>
          <p:cNvPr id="4" name="图片 3" descr="1-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23975" y="755015"/>
            <a:ext cx="1026795" cy="941070"/>
          </a:xfrm>
          <a:prstGeom prst="rect">
            <a:avLst/>
          </a:prstGeom>
        </p:spPr>
      </p:pic>
      <p:pic>
        <p:nvPicPr>
          <p:cNvPr id="5" name="图片 4" descr="1-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2385695" y="755015"/>
            <a:ext cx="1027430" cy="941070"/>
          </a:xfrm>
          <a:prstGeom prst="rect">
            <a:avLst/>
          </a:prstGeom>
        </p:spPr>
      </p:pic>
      <p:pic>
        <p:nvPicPr>
          <p:cNvPr id="6" name="图片 5" descr="1-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3448050" y="755650"/>
            <a:ext cx="1028065" cy="941070"/>
          </a:xfrm>
          <a:prstGeom prst="rect">
            <a:avLst/>
          </a:prstGeom>
        </p:spPr>
      </p:pic>
      <p:pic>
        <p:nvPicPr>
          <p:cNvPr id="7" name="图片 6" descr="1-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4511040" y="756285"/>
            <a:ext cx="1034415" cy="940435"/>
          </a:xfrm>
          <a:prstGeom prst="rect">
            <a:avLst/>
          </a:prstGeom>
        </p:spPr>
      </p:pic>
      <p:pic>
        <p:nvPicPr>
          <p:cNvPr id="8" name="图片 7" descr="1-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095" y="755015"/>
            <a:ext cx="1024255" cy="940435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6770370" y="635635"/>
            <a:ext cx="1026795" cy="939800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2385695" y="755015"/>
            <a:ext cx="3152775" cy="939800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2" name="矩形 21"/>
          <p:cNvSpPr/>
          <p:nvPr>
            <p:custDataLst>
              <p:tags r:id="rId9"/>
            </p:custDataLst>
          </p:nvPr>
        </p:nvSpPr>
        <p:spPr>
          <a:xfrm>
            <a:off x="1323975" y="1417320"/>
            <a:ext cx="5287010" cy="278130"/>
          </a:xfrm>
          <a:prstGeom prst="rect">
            <a:avLst/>
          </a:prstGeom>
          <a:solidFill>
            <a:schemeClr val="bg1">
              <a:lumMod val="95000"/>
              <a:alpha val="6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Dangerous Action 1: Wielding knife</a:t>
            </a:r>
          </a:p>
        </p:txBody>
      </p:sp>
      <p:sp>
        <p:nvSpPr>
          <p:cNvPr id="26" name="矩形 25"/>
          <p:cNvSpPr/>
          <p:nvPr/>
        </p:nvSpPr>
        <p:spPr>
          <a:xfrm>
            <a:off x="5584825" y="1737360"/>
            <a:ext cx="1034415" cy="939800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>
            <p:custDataLst>
              <p:tags r:id="rId10"/>
            </p:custDataLst>
          </p:nvPr>
        </p:nvSpPr>
        <p:spPr>
          <a:xfrm>
            <a:off x="2223135" y="5471160"/>
            <a:ext cx="3161030" cy="939800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pic>
        <p:nvPicPr>
          <p:cNvPr id="30" name="图片 29" descr="3-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449320" y="3706495"/>
            <a:ext cx="1024890" cy="939165"/>
          </a:xfrm>
          <a:prstGeom prst="rect">
            <a:avLst/>
          </a:prstGeom>
        </p:spPr>
      </p:pic>
      <p:pic>
        <p:nvPicPr>
          <p:cNvPr id="31" name="图片 30" descr="3-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09770" y="3707130"/>
            <a:ext cx="1036320" cy="939165"/>
          </a:xfrm>
          <a:prstGeom prst="rect">
            <a:avLst/>
          </a:prstGeom>
        </p:spPr>
      </p:pic>
      <p:pic>
        <p:nvPicPr>
          <p:cNvPr id="32" name="图片 31" descr="3-9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385695" y="3706495"/>
            <a:ext cx="1028065" cy="94170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323975" y="3703320"/>
            <a:ext cx="1024890" cy="942975"/>
          </a:xfrm>
          <a:prstGeom prst="rect">
            <a:avLst/>
          </a:prstGeom>
        </p:spPr>
      </p:pic>
      <p:sp>
        <p:nvSpPr>
          <p:cNvPr id="34" name="矩形 33"/>
          <p:cNvSpPr/>
          <p:nvPr>
            <p:custDataLst>
              <p:tags r:id="rId11"/>
            </p:custDataLst>
          </p:nvPr>
        </p:nvSpPr>
        <p:spPr>
          <a:xfrm>
            <a:off x="3559810" y="5471160"/>
            <a:ext cx="4237355" cy="939800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5" name="矩形 34"/>
          <p:cNvSpPr/>
          <p:nvPr>
            <p:custDataLst>
              <p:tags r:id="rId12"/>
            </p:custDataLst>
          </p:nvPr>
        </p:nvSpPr>
        <p:spPr>
          <a:xfrm>
            <a:off x="2599055" y="5821680"/>
            <a:ext cx="4224020" cy="939800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316355" y="755650"/>
            <a:ext cx="1034415" cy="939800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FFC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>
            <p:custDataLst>
              <p:tags r:id="rId13"/>
            </p:custDataLst>
          </p:nvPr>
        </p:nvSpPr>
        <p:spPr>
          <a:xfrm>
            <a:off x="1664970" y="5984875"/>
            <a:ext cx="5297170" cy="278130"/>
          </a:xfrm>
          <a:prstGeom prst="rect">
            <a:avLst/>
          </a:prstGeom>
          <a:solidFill>
            <a:schemeClr val="bg1">
              <a:lumMod val="95000"/>
              <a:alpha val="6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Dangerous Action 3: knife hit block during movement</a:t>
            </a:r>
          </a:p>
        </p:txBody>
      </p:sp>
      <p:sp>
        <p:nvSpPr>
          <p:cNvPr id="45" name="矩形 44"/>
          <p:cNvSpPr/>
          <p:nvPr/>
        </p:nvSpPr>
        <p:spPr>
          <a:xfrm>
            <a:off x="1317625" y="1737995"/>
            <a:ext cx="1034415" cy="939800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FFC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1318260" y="2728595"/>
            <a:ext cx="1034415" cy="939800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FFC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1318260" y="3705225"/>
            <a:ext cx="1034415" cy="939800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FFC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" name="图片 49" descr="kk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323975" y="770255"/>
            <a:ext cx="263525" cy="263525"/>
          </a:xfrm>
          <a:prstGeom prst="rect">
            <a:avLst/>
          </a:prstGeom>
        </p:spPr>
      </p:pic>
      <p:pic>
        <p:nvPicPr>
          <p:cNvPr id="51" name="图片 50" descr="kk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323975" y="1756410"/>
            <a:ext cx="263525" cy="263525"/>
          </a:xfrm>
          <a:prstGeom prst="rect">
            <a:avLst/>
          </a:prstGeom>
        </p:spPr>
      </p:pic>
      <p:pic>
        <p:nvPicPr>
          <p:cNvPr id="52" name="图片 51" descr="kk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323975" y="2742565"/>
            <a:ext cx="263525" cy="263525"/>
          </a:xfrm>
          <a:prstGeom prst="rect">
            <a:avLst/>
          </a:prstGeom>
        </p:spPr>
      </p:pic>
      <p:pic>
        <p:nvPicPr>
          <p:cNvPr id="53" name="图片 52" descr="kk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323975" y="3720465"/>
            <a:ext cx="263525" cy="263525"/>
          </a:xfrm>
          <a:prstGeom prst="rect">
            <a:avLst/>
          </a:prstGeom>
        </p:spPr>
      </p:pic>
      <p:pic>
        <p:nvPicPr>
          <p:cNvPr id="55" name="图片 54" descr="kk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377440" y="755015"/>
            <a:ext cx="299085" cy="299085"/>
          </a:xfrm>
          <a:prstGeom prst="rect">
            <a:avLst/>
          </a:prstGeom>
        </p:spPr>
      </p:pic>
      <p:pic>
        <p:nvPicPr>
          <p:cNvPr id="56" name="图片 55" descr="kk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377440" y="1737360"/>
            <a:ext cx="299085" cy="299085"/>
          </a:xfrm>
          <a:prstGeom prst="rect">
            <a:avLst/>
          </a:prstGeom>
        </p:spPr>
      </p:pic>
      <p:pic>
        <p:nvPicPr>
          <p:cNvPr id="57" name="图片 56" descr="kk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377440" y="2719705"/>
            <a:ext cx="299085" cy="299085"/>
          </a:xfrm>
          <a:prstGeom prst="rect">
            <a:avLst/>
          </a:prstGeom>
        </p:spPr>
      </p:pic>
      <p:pic>
        <p:nvPicPr>
          <p:cNvPr id="61" name="图片 60" descr="kk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617845" y="786765"/>
            <a:ext cx="247015" cy="247015"/>
          </a:xfrm>
          <a:prstGeom prst="rect">
            <a:avLst/>
          </a:prstGeom>
        </p:spPr>
      </p:pic>
      <p:pic>
        <p:nvPicPr>
          <p:cNvPr id="62" name="图片 61" descr="kk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617845" y="1756410"/>
            <a:ext cx="239395" cy="239395"/>
          </a:xfrm>
          <a:prstGeom prst="rect">
            <a:avLst/>
          </a:prstGeom>
        </p:spPr>
      </p:pic>
      <p:pic>
        <p:nvPicPr>
          <p:cNvPr id="63" name="图片 62" descr="kk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414905" y="3747135"/>
            <a:ext cx="236855" cy="236855"/>
          </a:xfrm>
          <a:prstGeom prst="rect">
            <a:avLst/>
          </a:prstGeom>
        </p:spPr>
      </p:pic>
      <p:sp>
        <p:nvSpPr>
          <p:cNvPr id="28" name="矩形 27"/>
          <p:cNvSpPr/>
          <p:nvPr>
            <p:custDataLst>
              <p:tags r:id="rId14"/>
            </p:custDataLst>
          </p:nvPr>
        </p:nvSpPr>
        <p:spPr>
          <a:xfrm>
            <a:off x="1323975" y="2399030"/>
            <a:ext cx="5297170" cy="278130"/>
          </a:xfrm>
          <a:prstGeom prst="rect">
            <a:avLst/>
          </a:prstGeom>
          <a:solidFill>
            <a:schemeClr val="bg1">
              <a:lumMod val="95000"/>
              <a:alpha val="6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Dangerous Action 2: Moving block to smash people</a:t>
            </a:r>
          </a:p>
        </p:txBody>
      </p:sp>
      <p:pic>
        <p:nvPicPr>
          <p:cNvPr id="24" name="图片 23" descr="kk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46785" y="3684905"/>
            <a:ext cx="263525" cy="2635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1144905" y="166370"/>
            <a:ext cx="1034415" cy="939800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rgbClr val="FFC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946150" y="1321435"/>
            <a:ext cx="5444490" cy="951865"/>
            <a:chOff x="1490" y="2081"/>
            <a:chExt cx="8574" cy="1499"/>
          </a:xfrm>
        </p:grpSpPr>
        <p:pic>
          <p:nvPicPr>
            <p:cNvPr id="4" name="图片 3" descr="1-1-new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91" y="2090"/>
              <a:ext cx="1611" cy="1481"/>
            </a:xfrm>
            <a:prstGeom prst="rect">
              <a:avLst/>
            </a:prstGeom>
          </p:spPr>
        </p:pic>
        <p:pic>
          <p:nvPicPr>
            <p:cNvPr id="5" name="图片 4" descr="1-2-new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256" y="2089"/>
              <a:ext cx="1582" cy="1482"/>
            </a:xfrm>
            <a:prstGeom prst="rect">
              <a:avLst/>
            </a:prstGeom>
          </p:spPr>
        </p:pic>
        <p:pic>
          <p:nvPicPr>
            <p:cNvPr id="6" name="图片 5" descr="1-3-new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92" y="2088"/>
              <a:ext cx="1582" cy="1483"/>
            </a:xfrm>
            <a:prstGeom prst="rect">
              <a:avLst/>
            </a:prstGeom>
          </p:spPr>
        </p:pic>
        <p:pic>
          <p:nvPicPr>
            <p:cNvPr id="7" name="图片 6" descr="1-4-new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728" y="2088"/>
              <a:ext cx="1581" cy="1482"/>
            </a:xfrm>
            <a:prstGeom prst="rect">
              <a:avLst/>
            </a:prstGeom>
          </p:spPr>
        </p:pic>
        <p:pic>
          <p:nvPicPr>
            <p:cNvPr id="9" name="图片 8" descr="1-5-new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464" y="2090"/>
              <a:ext cx="1582" cy="149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8447" y="2088"/>
              <a:ext cx="1617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490" y="2081"/>
              <a:ext cx="1629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FFC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7" name="图片 26" descr="kk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521" y="2161"/>
              <a:ext cx="373" cy="373"/>
            </a:xfrm>
            <a:prstGeom prst="rect">
              <a:avLst/>
            </a:prstGeom>
          </p:spPr>
        </p:pic>
        <p:pic>
          <p:nvPicPr>
            <p:cNvPr id="28" name="图片 27" descr="kk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539" y="2161"/>
              <a:ext cx="415" cy="415"/>
            </a:xfrm>
            <a:prstGeom prst="rect">
              <a:avLst/>
            </a:prstGeom>
          </p:spPr>
        </p:pic>
        <p:sp>
          <p:nvSpPr>
            <p:cNvPr id="34" name="矩形 33"/>
            <p:cNvSpPr/>
            <p:nvPr>
              <p:custDataLst>
                <p:tags r:id="rId5"/>
              </p:custDataLst>
            </p:nvPr>
          </p:nvSpPr>
          <p:spPr>
            <a:xfrm>
              <a:off x="3256" y="2088"/>
              <a:ext cx="5056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</a:ln>
              </a:endParaRPr>
            </a:p>
          </p:txBody>
        </p:sp>
        <p:pic>
          <p:nvPicPr>
            <p:cNvPr id="29" name="图片 28" descr="kk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256" y="2088"/>
              <a:ext cx="471" cy="471"/>
            </a:xfrm>
            <a:prstGeom prst="rect">
              <a:avLst/>
            </a:prstGeom>
          </p:spPr>
        </p:pic>
      </p:grpSp>
      <p:grpSp>
        <p:nvGrpSpPr>
          <p:cNvPr id="50" name="组合 49"/>
          <p:cNvGrpSpPr/>
          <p:nvPr/>
        </p:nvGrpSpPr>
        <p:grpSpPr>
          <a:xfrm>
            <a:off x="927100" y="2537460"/>
            <a:ext cx="5473065" cy="951230"/>
            <a:chOff x="1460" y="3996"/>
            <a:chExt cx="8619" cy="1498"/>
          </a:xfrm>
        </p:grpSpPr>
        <p:pic>
          <p:nvPicPr>
            <p:cNvPr id="10" name="图片 9" descr="2-1-new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491" y="4014"/>
              <a:ext cx="1620" cy="1480"/>
            </a:xfrm>
            <a:prstGeom prst="rect">
              <a:avLst/>
            </a:prstGeom>
          </p:spPr>
        </p:pic>
        <p:pic>
          <p:nvPicPr>
            <p:cNvPr id="12" name="图片 11" descr="2-2-new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256" y="4014"/>
              <a:ext cx="1582" cy="1479"/>
            </a:xfrm>
            <a:prstGeom prst="rect">
              <a:avLst/>
            </a:prstGeom>
          </p:spPr>
        </p:pic>
        <p:pic>
          <p:nvPicPr>
            <p:cNvPr id="15" name="图片 14" descr="2-3-new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983" y="4015"/>
              <a:ext cx="1595" cy="1479"/>
            </a:xfrm>
            <a:prstGeom prst="rect">
              <a:avLst/>
            </a:prstGeom>
          </p:spPr>
        </p:pic>
        <p:pic>
          <p:nvPicPr>
            <p:cNvPr id="16" name="图片 15" descr="2-4-new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6723" y="4015"/>
              <a:ext cx="1580" cy="1479"/>
            </a:xfrm>
            <a:prstGeom prst="rect">
              <a:avLst/>
            </a:prstGeom>
          </p:spPr>
        </p:pic>
        <p:pic>
          <p:nvPicPr>
            <p:cNvPr id="18" name="图片 17" descr="2-5-new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472" y="4013"/>
              <a:ext cx="1597" cy="1480"/>
            </a:xfrm>
            <a:prstGeom prst="rect">
              <a:avLst/>
            </a:prstGeom>
          </p:spPr>
        </p:pic>
        <p:sp>
          <p:nvSpPr>
            <p:cNvPr id="36" name="矩形 35"/>
            <p:cNvSpPr/>
            <p:nvPr/>
          </p:nvSpPr>
          <p:spPr>
            <a:xfrm>
              <a:off x="1460" y="3999"/>
              <a:ext cx="1629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FFC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>
              <p:custDataLst>
                <p:tags r:id="rId4"/>
              </p:custDataLst>
            </p:nvPr>
          </p:nvSpPr>
          <p:spPr>
            <a:xfrm>
              <a:off x="3253" y="3996"/>
              <a:ext cx="5056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8463" y="3997"/>
              <a:ext cx="1617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0" name="图片 39" descr="kk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506" y="4071"/>
              <a:ext cx="415" cy="415"/>
            </a:xfrm>
            <a:prstGeom prst="rect">
              <a:avLst/>
            </a:prstGeom>
          </p:spPr>
        </p:pic>
        <p:pic>
          <p:nvPicPr>
            <p:cNvPr id="41" name="图片 40" descr="kk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253" y="3996"/>
              <a:ext cx="471" cy="471"/>
            </a:xfrm>
            <a:prstGeom prst="rect">
              <a:avLst/>
            </a:prstGeom>
          </p:spPr>
        </p:pic>
        <p:pic>
          <p:nvPicPr>
            <p:cNvPr id="42" name="图片 41" descr="kk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521" y="4059"/>
              <a:ext cx="373" cy="373"/>
            </a:xfrm>
            <a:prstGeom prst="rect">
              <a:avLst/>
            </a:prstGeom>
          </p:spPr>
        </p:pic>
      </p:grpSp>
      <p:grpSp>
        <p:nvGrpSpPr>
          <p:cNvPr id="49" name="组合 48"/>
          <p:cNvGrpSpPr/>
          <p:nvPr/>
        </p:nvGrpSpPr>
        <p:grpSpPr>
          <a:xfrm>
            <a:off x="939165" y="3656330"/>
            <a:ext cx="5479415" cy="1980565"/>
            <a:chOff x="1479" y="5758"/>
            <a:chExt cx="8629" cy="3119"/>
          </a:xfrm>
        </p:grpSpPr>
        <p:pic>
          <p:nvPicPr>
            <p:cNvPr id="19" name="图片 18" descr="3-1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491" y="5767"/>
              <a:ext cx="1614" cy="1483"/>
            </a:xfrm>
            <a:prstGeom prst="rect">
              <a:avLst/>
            </a:prstGeom>
          </p:spPr>
        </p:pic>
        <p:pic>
          <p:nvPicPr>
            <p:cNvPr id="20" name="图片 19" descr="3-2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482" y="7391"/>
              <a:ext cx="1626" cy="1478"/>
            </a:xfrm>
            <a:prstGeom prst="rect">
              <a:avLst/>
            </a:prstGeom>
          </p:spPr>
        </p:pic>
        <p:pic>
          <p:nvPicPr>
            <p:cNvPr id="21" name="图片 20" descr="3-3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53" y="5766"/>
              <a:ext cx="1632" cy="1489"/>
            </a:xfrm>
            <a:prstGeom prst="rect">
              <a:avLst/>
            </a:prstGeom>
          </p:spPr>
        </p:pic>
        <p:pic>
          <p:nvPicPr>
            <p:cNvPr id="22" name="图片 21" descr="3-5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990" y="5781"/>
              <a:ext cx="1612" cy="1483"/>
            </a:xfrm>
            <a:prstGeom prst="rect">
              <a:avLst/>
            </a:prstGeom>
          </p:spPr>
        </p:pic>
        <p:pic>
          <p:nvPicPr>
            <p:cNvPr id="23" name="图片 22" descr="3-6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6724" y="5758"/>
              <a:ext cx="1634" cy="1492"/>
            </a:xfrm>
            <a:prstGeom prst="rect">
              <a:avLst/>
            </a:prstGeom>
          </p:spPr>
        </p:pic>
        <p:pic>
          <p:nvPicPr>
            <p:cNvPr id="24" name="图片 23" descr="3-7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8480" y="5758"/>
              <a:ext cx="1628" cy="1490"/>
            </a:xfrm>
            <a:prstGeom prst="rect">
              <a:avLst/>
            </a:prstGeom>
          </p:spPr>
        </p:pic>
        <p:pic>
          <p:nvPicPr>
            <p:cNvPr id="30" name="图片 29" descr="3-4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992" y="7390"/>
              <a:ext cx="1614" cy="1479"/>
            </a:xfrm>
            <a:prstGeom prst="rect">
              <a:avLst/>
            </a:prstGeom>
          </p:spPr>
        </p:pic>
        <p:pic>
          <p:nvPicPr>
            <p:cNvPr id="31" name="图片 30" descr="3-8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723" y="7390"/>
              <a:ext cx="1632" cy="1479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491" y="7393"/>
              <a:ext cx="1614" cy="1485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1482" y="5781"/>
              <a:ext cx="1629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FFC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1479" y="7384"/>
              <a:ext cx="1629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FFC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2" name="图片 51" descr="kk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491" y="5803"/>
              <a:ext cx="415" cy="415"/>
            </a:xfrm>
            <a:prstGeom prst="rect">
              <a:avLst/>
            </a:prstGeom>
          </p:spPr>
        </p:pic>
        <p:pic>
          <p:nvPicPr>
            <p:cNvPr id="53" name="图片 52" descr="kk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497" y="7405"/>
              <a:ext cx="415" cy="415"/>
            </a:xfrm>
            <a:prstGeom prst="rect">
              <a:avLst/>
            </a:prstGeom>
          </p:spPr>
        </p:pic>
        <p:pic>
          <p:nvPicPr>
            <p:cNvPr id="57" name="图片 56" descr="kk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266" y="5781"/>
              <a:ext cx="471" cy="471"/>
            </a:xfrm>
            <a:prstGeom prst="rect">
              <a:avLst/>
            </a:prstGeom>
          </p:spPr>
        </p:pic>
        <p:pic>
          <p:nvPicPr>
            <p:cNvPr id="43" name="图片 42" descr="3-9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3266" y="7384"/>
              <a:ext cx="1619" cy="1483"/>
            </a:xfrm>
            <a:prstGeom prst="rect">
              <a:avLst/>
            </a:prstGeom>
          </p:spPr>
        </p:pic>
        <p:sp>
          <p:nvSpPr>
            <p:cNvPr id="45" name="矩形 44"/>
            <p:cNvSpPr/>
            <p:nvPr>
              <p:custDataLst>
                <p:tags r:id="rId2"/>
              </p:custDataLst>
            </p:nvPr>
          </p:nvSpPr>
          <p:spPr>
            <a:xfrm>
              <a:off x="3266" y="5775"/>
              <a:ext cx="6842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48" name="矩形 47"/>
            <p:cNvSpPr/>
            <p:nvPr>
              <p:custDataLst>
                <p:tags r:id="rId3"/>
              </p:custDataLst>
            </p:nvPr>
          </p:nvSpPr>
          <p:spPr>
            <a:xfrm>
              <a:off x="3256" y="7384"/>
              <a:ext cx="6842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</a:ln>
              </a:endParaRPr>
            </a:p>
          </p:txBody>
        </p:sp>
        <p:pic>
          <p:nvPicPr>
            <p:cNvPr id="63" name="图片 62" descr="kk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302" y="7423"/>
              <a:ext cx="373" cy="373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65" y="1225550"/>
            <a:ext cx="9334500" cy="22479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3-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7480" y="5499735"/>
            <a:ext cx="1024890" cy="93916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8740" y="5228590"/>
            <a:ext cx="1024890" cy="942975"/>
          </a:xfrm>
          <a:prstGeom prst="rect">
            <a:avLst/>
          </a:prstGeom>
        </p:spPr>
      </p:pic>
      <p:sp>
        <p:nvSpPr>
          <p:cNvPr id="47" name="矩形 46"/>
          <p:cNvSpPr/>
          <p:nvPr/>
        </p:nvSpPr>
        <p:spPr>
          <a:xfrm>
            <a:off x="1341120" y="5222875"/>
            <a:ext cx="1034415" cy="939800"/>
          </a:xfrm>
          <a:prstGeom prst="rect">
            <a:avLst/>
          </a:prstGeom>
          <a:solidFill>
            <a:schemeClr val="bg1">
              <a:alpha val="0"/>
            </a:schemeClr>
          </a:solidFill>
          <a:ln w="28575" cmpd="sng">
            <a:solidFill>
              <a:srgbClr val="FFC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3" name="图片 52" descr="kk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52550" y="5236210"/>
            <a:ext cx="263525" cy="263525"/>
          </a:xfrm>
          <a:prstGeom prst="rect">
            <a:avLst/>
          </a:prstGeom>
        </p:spPr>
      </p:pic>
      <p:grpSp>
        <p:nvGrpSpPr>
          <p:cNvPr id="60" name="组合 59"/>
          <p:cNvGrpSpPr/>
          <p:nvPr/>
        </p:nvGrpSpPr>
        <p:grpSpPr>
          <a:xfrm>
            <a:off x="1572895" y="561340"/>
            <a:ext cx="8907780" cy="979805"/>
            <a:chOff x="2477" y="884"/>
            <a:chExt cx="14028" cy="1543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767" y="884"/>
              <a:ext cx="1617" cy="149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228" y="903"/>
              <a:ext cx="1617" cy="1484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517" y="898"/>
              <a:ext cx="1574" cy="1485"/>
            </a:xfrm>
            <a:prstGeom prst="rect">
              <a:avLst/>
            </a:prstGeom>
          </p:spPr>
        </p:pic>
        <p:pic>
          <p:nvPicPr>
            <p:cNvPr id="5" name="图片 4" descr="1-1-new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555" y="912"/>
              <a:ext cx="1611" cy="1481"/>
            </a:xfrm>
            <a:prstGeom prst="rect">
              <a:avLst/>
            </a:prstGeom>
          </p:spPr>
        </p:pic>
        <p:pic>
          <p:nvPicPr>
            <p:cNvPr id="6" name="图片 5" descr="1-2-new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360" y="903"/>
              <a:ext cx="1582" cy="1482"/>
            </a:xfrm>
            <a:prstGeom prst="rect">
              <a:avLst/>
            </a:prstGeom>
          </p:spPr>
        </p:pic>
        <p:pic>
          <p:nvPicPr>
            <p:cNvPr id="7" name="图片 6" descr="1-3-new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792" y="903"/>
              <a:ext cx="1582" cy="1483"/>
            </a:xfrm>
            <a:prstGeom prst="rect">
              <a:avLst/>
            </a:prstGeom>
          </p:spPr>
        </p:pic>
        <p:pic>
          <p:nvPicPr>
            <p:cNvPr id="8" name="图片 7" descr="1-4-new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068" y="903"/>
              <a:ext cx="1581" cy="1482"/>
            </a:xfrm>
            <a:prstGeom prst="rect">
              <a:avLst/>
            </a:prstGeom>
          </p:spPr>
        </p:pic>
        <p:pic>
          <p:nvPicPr>
            <p:cNvPr id="9" name="图片 8" descr="1-5-new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3039" y="905"/>
              <a:ext cx="1582" cy="1490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554" y="903"/>
              <a:ext cx="1629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FFC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7" name="图片 26" descr="kk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3096" y="976"/>
              <a:ext cx="373" cy="373"/>
            </a:xfrm>
            <a:prstGeom prst="rect">
              <a:avLst/>
            </a:prstGeom>
          </p:spPr>
        </p:pic>
        <p:pic>
          <p:nvPicPr>
            <p:cNvPr id="28" name="图片 27" descr="kk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603" y="983"/>
              <a:ext cx="415" cy="415"/>
            </a:xfrm>
            <a:prstGeom prst="rect">
              <a:avLst/>
            </a:prstGeom>
          </p:spPr>
        </p:pic>
        <p:sp>
          <p:nvSpPr>
            <p:cNvPr id="34" name="矩形 33"/>
            <p:cNvSpPr/>
            <p:nvPr>
              <p:custDataLst>
                <p:tags r:id="rId5"/>
              </p:custDataLst>
            </p:nvPr>
          </p:nvSpPr>
          <p:spPr>
            <a:xfrm>
              <a:off x="4360" y="903"/>
              <a:ext cx="8485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</a:ln>
              </a:endParaRPr>
            </a:p>
          </p:txBody>
        </p:sp>
        <p:pic>
          <p:nvPicPr>
            <p:cNvPr id="29" name="图片 28" descr="kk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360" y="957"/>
              <a:ext cx="471" cy="471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13022" y="903"/>
              <a:ext cx="3361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477" y="1944"/>
              <a:ext cx="119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FF00"/>
                  </a:solidFill>
                </a:rPr>
                <a:t>start()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327" y="1944"/>
              <a:ext cx="17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pick(knife)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985" y="1944"/>
              <a:ext cx="17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wave(knife)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726" y="1944"/>
              <a:ext cx="17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wave(knife)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9421" y="1944"/>
              <a:ext cx="17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wave(knife)</a:t>
              </a: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1129" y="1944"/>
              <a:ext cx="17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wave(knife)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13022" y="1944"/>
              <a:ext cx="17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B0F0"/>
                  </a:solidFill>
                </a:rPr>
                <a:t>put(knife)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4764" y="1944"/>
              <a:ext cx="17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BAFF"/>
                  </a:solidFill>
                </a:rPr>
                <a:t>put(knife)</a:t>
              </a: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621790" y="1901190"/>
            <a:ext cx="8829675" cy="979805"/>
            <a:chOff x="2554" y="2994"/>
            <a:chExt cx="13905" cy="1543"/>
          </a:xfrm>
        </p:grpSpPr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4767" y="2994"/>
              <a:ext cx="1621" cy="1478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6051" y="3010"/>
              <a:ext cx="1598" cy="1472"/>
            </a:xfrm>
            <a:prstGeom prst="rect">
              <a:avLst/>
            </a:prstGeom>
          </p:spPr>
        </p:pic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792" y="2994"/>
              <a:ext cx="1582" cy="1488"/>
            </a:xfrm>
            <a:prstGeom prst="rect">
              <a:avLst/>
            </a:prstGeom>
          </p:spPr>
        </p:pic>
        <p:pic>
          <p:nvPicPr>
            <p:cNvPr id="10" name="图片 9" descr="2-1-new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2585" y="3025"/>
              <a:ext cx="1620" cy="1480"/>
            </a:xfrm>
            <a:prstGeom prst="rect">
              <a:avLst/>
            </a:prstGeom>
          </p:spPr>
        </p:pic>
        <p:pic>
          <p:nvPicPr>
            <p:cNvPr id="12" name="图片 11" descr="2-2-new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327" y="3010"/>
              <a:ext cx="1582" cy="1479"/>
            </a:xfrm>
            <a:prstGeom prst="rect">
              <a:avLst/>
            </a:prstGeom>
          </p:spPr>
        </p:pic>
        <p:pic>
          <p:nvPicPr>
            <p:cNvPr id="15" name="图片 14" descr="2-3-new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9517" y="3003"/>
              <a:ext cx="1595" cy="1479"/>
            </a:xfrm>
            <a:prstGeom prst="rect">
              <a:avLst/>
            </a:prstGeom>
          </p:spPr>
        </p:pic>
        <p:pic>
          <p:nvPicPr>
            <p:cNvPr id="16" name="图片 15" descr="2-4-new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1265" y="3003"/>
              <a:ext cx="1580" cy="1479"/>
            </a:xfrm>
            <a:prstGeom prst="rect">
              <a:avLst/>
            </a:prstGeom>
          </p:spPr>
        </p:pic>
        <p:pic>
          <p:nvPicPr>
            <p:cNvPr id="18" name="图片 17" descr="2-5-new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3039" y="3010"/>
              <a:ext cx="1597" cy="1480"/>
            </a:xfrm>
            <a:prstGeom prst="rect">
              <a:avLst/>
            </a:prstGeom>
          </p:spPr>
        </p:pic>
        <p:sp>
          <p:nvSpPr>
            <p:cNvPr id="36" name="矩形 35"/>
            <p:cNvSpPr/>
            <p:nvPr/>
          </p:nvSpPr>
          <p:spPr>
            <a:xfrm>
              <a:off x="2554" y="3010"/>
              <a:ext cx="1629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FFC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>
              <p:custDataLst>
                <p:tags r:id="rId4"/>
              </p:custDataLst>
            </p:nvPr>
          </p:nvSpPr>
          <p:spPr>
            <a:xfrm>
              <a:off x="4360" y="3010"/>
              <a:ext cx="8510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</a:ln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13022" y="2994"/>
              <a:ext cx="3361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0" name="图片 39" descr="kk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600" y="3082"/>
              <a:ext cx="415" cy="415"/>
            </a:xfrm>
            <a:prstGeom prst="rect">
              <a:avLst/>
            </a:prstGeom>
          </p:spPr>
        </p:pic>
        <p:pic>
          <p:nvPicPr>
            <p:cNvPr id="41" name="图片 40" descr="kk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360" y="3049"/>
              <a:ext cx="471" cy="471"/>
            </a:xfrm>
            <a:prstGeom prst="rect">
              <a:avLst/>
            </a:prstGeom>
          </p:spPr>
        </p:pic>
        <p:pic>
          <p:nvPicPr>
            <p:cNvPr id="42" name="图片 41" descr="kk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3096" y="3082"/>
              <a:ext cx="373" cy="373"/>
            </a:xfrm>
            <a:prstGeom prst="rect">
              <a:avLst/>
            </a:prstGeom>
          </p:spPr>
        </p:pic>
        <p:sp>
          <p:nvSpPr>
            <p:cNvPr id="61" name="文本框 60"/>
            <p:cNvSpPr txBox="1"/>
            <p:nvPr/>
          </p:nvSpPr>
          <p:spPr>
            <a:xfrm>
              <a:off x="2554" y="4055"/>
              <a:ext cx="119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FF00"/>
                  </a:solidFill>
                </a:rPr>
                <a:t>start()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4316" y="4043"/>
              <a:ext cx="17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pick(cube)</a:t>
              </a: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6007" y="4033"/>
              <a:ext cx="17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pick(cube)</a:t>
              </a: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7759" y="4033"/>
              <a:ext cx="17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pick(cube)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9456" y="4033"/>
              <a:ext cx="17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hit(person)</a:t>
              </a: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11221" y="4033"/>
              <a:ext cx="17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hit(person)</a:t>
              </a: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13022" y="4033"/>
              <a:ext cx="17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BAFF"/>
                  </a:solidFill>
                </a:rPr>
                <a:t>pick(cube)</a:t>
              </a: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4719" y="4022"/>
              <a:ext cx="17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BAFF"/>
                  </a:solidFill>
                </a:rPr>
                <a:t>drop(cube)</a:t>
              </a: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602105" y="3254375"/>
            <a:ext cx="8891270" cy="993775"/>
            <a:chOff x="2523" y="5125"/>
            <a:chExt cx="14002" cy="1565"/>
          </a:xfrm>
        </p:grpSpPr>
        <p:pic>
          <p:nvPicPr>
            <p:cNvPr id="43" name="图片 42" descr="3-9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1285" y="5151"/>
              <a:ext cx="1619" cy="1483"/>
            </a:xfrm>
            <a:prstGeom prst="rect">
              <a:avLst/>
            </a:prstGeom>
          </p:spPr>
        </p:pic>
        <p:pic>
          <p:nvPicPr>
            <p:cNvPr id="31" name="图片 30" descr="3-8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3022" y="5125"/>
              <a:ext cx="1632" cy="1479"/>
            </a:xfrm>
            <a:prstGeom prst="rect">
              <a:avLst/>
            </a:prstGeom>
          </p:spPr>
        </p:pic>
        <p:pic>
          <p:nvPicPr>
            <p:cNvPr id="20" name="图片 19" descr="3-2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4757" y="5125"/>
              <a:ext cx="1626" cy="1478"/>
            </a:xfrm>
            <a:prstGeom prst="rect">
              <a:avLst/>
            </a:prstGeom>
          </p:spPr>
        </p:pic>
        <p:sp>
          <p:nvSpPr>
            <p:cNvPr id="48" name="矩形 47"/>
            <p:cNvSpPr/>
            <p:nvPr>
              <p:custDataLst>
                <p:tags r:id="rId2"/>
              </p:custDataLst>
            </p:nvPr>
          </p:nvSpPr>
          <p:spPr>
            <a:xfrm>
              <a:off x="11275" y="5151"/>
              <a:ext cx="5109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00B0F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</a:ln>
              </a:endParaRPr>
            </a:p>
          </p:txBody>
        </p:sp>
        <p:pic>
          <p:nvPicPr>
            <p:cNvPr id="19" name="图片 18" descr="3-1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2532" y="5128"/>
              <a:ext cx="1614" cy="1483"/>
            </a:xfrm>
            <a:prstGeom prst="rect">
              <a:avLst/>
            </a:prstGeom>
          </p:spPr>
        </p:pic>
        <p:pic>
          <p:nvPicPr>
            <p:cNvPr id="21" name="图片 20" descr="3-3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307" y="5133"/>
              <a:ext cx="1632" cy="1489"/>
            </a:xfrm>
            <a:prstGeom prst="rect">
              <a:avLst/>
            </a:prstGeom>
          </p:spPr>
        </p:pic>
        <p:pic>
          <p:nvPicPr>
            <p:cNvPr id="22" name="图片 21" descr="3-5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6044" y="5148"/>
              <a:ext cx="1612" cy="1483"/>
            </a:xfrm>
            <a:prstGeom prst="rect">
              <a:avLst/>
            </a:prstGeom>
          </p:spPr>
        </p:pic>
        <p:pic>
          <p:nvPicPr>
            <p:cNvPr id="23" name="图片 22" descr="3-6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7778" y="5125"/>
              <a:ext cx="1634" cy="1492"/>
            </a:xfrm>
            <a:prstGeom prst="rect">
              <a:avLst/>
            </a:prstGeom>
          </p:spPr>
        </p:pic>
        <p:pic>
          <p:nvPicPr>
            <p:cNvPr id="24" name="图片 23" descr="3-7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9534" y="5125"/>
              <a:ext cx="1628" cy="1490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523" y="5142"/>
              <a:ext cx="1629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FFC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2" name="图片 51" descr="kk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532" y="5164"/>
              <a:ext cx="415" cy="415"/>
            </a:xfrm>
            <a:prstGeom prst="rect">
              <a:avLst/>
            </a:prstGeom>
          </p:spPr>
        </p:pic>
        <p:pic>
          <p:nvPicPr>
            <p:cNvPr id="57" name="图片 56" descr="kk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320" y="5148"/>
              <a:ext cx="471" cy="471"/>
            </a:xfrm>
            <a:prstGeom prst="rect">
              <a:avLst/>
            </a:prstGeom>
          </p:spPr>
        </p:pic>
        <p:sp>
          <p:nvSpPr>
            <p:cNvPr id="45" name="矩形 44"/>
            <p:cNvSpPr/>
            <p:nvPr>
              <p:custDataLst>
                <p:tags r:id="rId3"/>
              </p:custDataLst>
            </p:nvPr>
          </p:nvSpPr>
          <p:spPr>
            <a:xfrm>
              <a:off x="4298" y="5142"/>
              <a:ext cx="6842" cy="148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 cmpd="sng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FF0000"/>
                  </a:solidFill>
                </a:ln>
              </a:endParaRPr>
            </a:p>
          </p:txBody>
        </p:sp>
        <p:pic>
          <p:nvPicPr>
            <p:cNvPr id="63" name="图片 62" descr="kk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1321" y="5190"/>
              <a:ext cx="373" cy="373"/>
            </a:xfrm>
            <a:prstGeom prst="rect">
              <a:avLst/>
            </a:prstGeom>
          </p:spPr>
        </p:pic>
        <p:sp>
          <p:nvSpPr>
            <p:cNvPr id="74" name="文本框 73"/>
            <p:cNvSpPr txBox="1"/>
            <p:nvPr/>
          </p:nvSpPr>
          <p:spPr>
            <a:xfrm>
              <a:off x="2532" y="6164"/>
              <a:ext cx="119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FF00"/>
                  </a:solidFill>
                </a:rPr>
                <a:t>start()</a:t>
              </a: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4232" y="6197"/>
              <a:ext cx="186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move(knife)</a:t>
              </a: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5934" y="6184"/>
              <a:ext cx="186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move(cube)</a:t>
              </a: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693" y="6197"/>
              <a:ext cx="186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move(knife)</a:t>
              </a: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9608" y="6208"/>
              <a:ext cx="163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</a:rPr>
                <a:t>hit(cube)</a:t>
              </a: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11159" y="6197"/>
              <a:ext cx="186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BAFF"/>
                  </a:solidFill>
                </a:rPr>
                <a:t>move(cube)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12927" y="6175"/>
              <a:ext cx="186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BAFF"/>
                  </a:solidFill>
                </a:rPr>
                <a:t>move(knife)</a:t>
              </a: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14663" y="6183"/>
              <a:ext cx="186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BAFF"/>
                  </a:solidFill>
                </a:rPr>
                <a:t>move(knife)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1.55,&quot;left&quot;:93.35,&quot;top&quot;:65.45,&quot;width&quot;:417.1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138</Words>
  <Application>Microsoft Macintosh PowerPoint</Application>
  <PresentationFormat>宽屏</PresentationFormat>
  <Paragraphs>30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yangxiao1102</cp:lastModifiedBy>
  <cp:revision>164</cp:revision>
  <dcterms:created xsi:type="dcterms:W3CDTF">2019-06-19T02:08:00Z</dcterms:created>
  <dcterms:modified xsi:type="dcterms:W3CDTF">2026-06-25T07:53:19Z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D4BBEC54AA1C449F958D6D955F9A07E9_11</vt:lpwstr>
  </property>
</Properties>
</file>