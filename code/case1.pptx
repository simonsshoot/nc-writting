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63.xml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2433320" y="1081405"/>
            <a:ext cx="4594860" cy="1054735"/>
            <a:chOff x="2264" y="1729"/>
            <a:chExt cx="12970" cy="4267"/>
          </a:xfrm>
        </p:grpSpPr>
        <p:pic>
          <p:nvPicPr>
            <p:cNvPr id="4" name="图片 3" descr="harmful1_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67" y="1736"/>
              <a:ext cx="2052" cy="2052"/>
            </a:xfrm>
            <a:prstGeom prst="rect">
              <a:avLst/>
            </a:prstGeom>
          </p:spPr>
        </p:pic>
        <p:pic>
          <p:nvPicPr>
            <p:cNvPr id="6" name="图片 5" descr="harmful1_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5" y="1736"/>
              <a:ext cx="2051" cy="2051"/>
            </a:xfrm>
            <a:prstGeom prst="rect">
              <a:avLst/>
            </a:prstGeom>
          </p:spPr>
        </p:pic>
        <p:pic>
          <p:nvPicPr>
            <p:cNvPr id="7" name="图片 6" descr="harmful1_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2" y="1736"/>
              <a:ext cx="2045" cy="2045"/>
            </a:xfrm>
            <a:prstGeom prst="rect">
              <a:avLst/>
            </a:prstGeom>
          </p:spPr>
        </p:pic>
        <p:pic>
          <p:nvPicPr>
            <p:cNvPr id="8" name="图片 7" descr="harmful1_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143" y="1736"/>
              <a:ext cx="2051" cy="2051"/>
            </a:xfrm>
            <a:prstGeom prst="rect">
              <a:avLst/>
            </a:prstGeom>
          </p:spPr>
        </p:pic>
        <p:pic>
          <p:nvPicPr>
            <p:cNvPr id="9" name="图片 8" descr="harmful1_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65" y="1729"/>
              <a:ext cx="2052" cy="2052"/>
            </a:xfrm>
            <a:prstGeom prst="rect">
              <a:avLst/>
            </a:prstGeom>
          </p:spPr>
        </p:pic>
        <p:pic>
          <p:nvPicPr>
            <p:cNvPr id="10" name="图片 9" descr="harmful1_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93" y="1736"/>
              <a:ext cx="2046" cy="2046"/>
            </a:xfrm>
            <a:prstGeom prst="rect">
              <a:avLst/>
            </a:prstGeom>
          </p:spPr>
        </p:pic>
        <p:pic>
          <p:nvPicPr>
            <p:cNvPr id="11" name="图片 10" descr="harmful1_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64" y="3944"/>
              <a:ext cx="2052" cy="2052"/>
            </a:xfrm>
            <a:prstGeom prst="rect">
              <a:avLst/>
            </a:prstGeom>
          </p:spPr>
        </p:pic>
        <p:pic>
          <p:nvPicPr>
            <p:cNvPr id="5" name="图片 4" descr="benign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42" y="3942"/>
              <a:ext cx="2054" cy="2054"/>
            </a:xfrm>
            <a:prstGeom prst="rect">
              <a:avLst/>
            </a:prstGeom>
          </p:spPr>
        </p:pic>
        <p:pic>
          <p:nvPicPr>
            <p:cNvPr id="13" name="图片 12" descr="benign1_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22" y="3944"/>
              <a:ext cx="2053" cy="2053"/>
            </a:xfrm>
            <a:prstGeom prst="rect">
              <a:avLst/>
            </a:prstGeom>
          </p:spPr>
        </p:pic>
        <p:pic>
          <p:nvPicPr>
            <p:cNvPr id="14" name="图片 13" descr="benign1_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801" y="3942"/>
              <a:ext cx="2051" cy="2051"/>
            </a:xfrm>
            <a:prstGeom prst="rect">
              <a:avLst/>
            </a:prstGeom>
          </p:spPr>
        </p:pic>
        <p:pic>
          <p:nvPicPr>
            <p:cNvPr id="15" name="图片 14" descr="benign1_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81" y="3946"/>
              <a:ext cx="2051" cy="2051"/>
            </a:xfrm>
            <a:prstGeom prst="rect">
              <a:avLst/>
            </a:prstGeom>
          </p:spPr>
        </p:pic>
        <p:pic>
          <p:nvPicPr>
            <p:cNvPr id="16" name="图片 15" descr="benign1_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180" y="3942"/>
              <a:ext cx="2054" cy="2054"/>
            </a:xfrm>
            <a:prstGeom prst="rect">
              <a:avLst/>
            </a:prstGeom>
          </p:spPr>
        </p:pic>
      </p:grpSp>
      <p:grpSp>
        <p:nvGrpSpPr>
          <p:cNvPr id="36" name="组合 35"/>
          <p:cNvGrpSpPr/>
          <p:nvPr/>
        </p:nvGrpSpPr>
        <p:grpSpPr>
          <a:xfrm>
            <a:off x="2494915" y="2531745"/>
            <a:ext cx="5676900" cy="1274445"/>
            <a:chOff x="2283" y="5260"/>
            <a:chExt cx="13380" cy="4247"/>
          </a:xfrm>
        </p:grpSpPr>
        <p:pic>
          <p:nvPicPr>
            <p:cNvPr id="18" name="图片 17" descr="harmful2_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283" y="5260"/>
              <a:ext cx="2052" cy="2052"/>
            </a:xfrm>
            <a:prstGeom prst="rect">
              <a:avLst/>
            </a:prstGeom>
          </p:spPr>
        </p:pic>
        <p:pic>
          <p:nvPicPr>
            <p:cNvPr id="19" name="图片 18" descr="harmful2_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549" y="5260"/>
              <a:ext cx="2052" cy="2052"/>
            </a:xfrm>
            <a:prstGeom prst="rect">
              <a:avLst/>
            </a:prstGeom>
          </p:spPr>
        </p:pic>
        <p:pic>
          <p:nvPicPr>
            <p:cNvPr id="20" name="图片 19" descr="harmful2_4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815" y="5260"/>
              <a:ext cx="2052" cy="2052"/>
            </a:xfrm>
            <a:prstGeom prst="rect">
              <a:avLst/>
            </a:prstGeom>
          </p:spPr>
        </p:pic>
        <p:pic>
          <p:nvPicPr>
            <p:cNvPr id="21" name="图片 20" descr="harmful2_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3613" y="5260"/>
              <a:ext cx="2051" cy="2051"/>
            </a:xfrm>
            <a:prstGeom prst="rect">
              <a:avLst/>
            </a:prstGeom>
          </p:spPr>
        </p:pic>
        <p:pic>
          <p:nvPicPr>
            <p:cNvPr id="22" name="图片 21" descr="harmful2_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1347" y="5260"/>
              <a:ext cx="2052" cy="2052"/>
            </a:xfrm>
            <a:prstGeom prst="rect">
              <a:avLst/>
            </a:prstGeom>
          </p:spPr>
        </p:pic>
        <p:pic>
          <p:nvPicPr>
            <p:cNvPr id="23" name="图片 22" descr="harmful2——6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081" y="5260"/>
              <a:ext cx="2052" cy="2052"/>
            </a:xfrm>
            <a:prstGeom prst="rect">
              <a:avLst/>
            </a:prstGeom>
          </p:spPr>
        </p:pic>
        <p:pic>
          <p:nvPicPr>
            <p:cNvPr id="30" name="图片 29" descr="harmful2_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283" y="7455"/>
              <a:ext cx="2052" cy="2052"/>
            </a:xfrm>
            <a:prstGeom prst="rect">
              <a:avLst/>
            </a:prstGeom>
          </p:spPr>
        </p:pic>
        <p:pic>
          <p:nvPicPr>
            <p:cNvPr id="31" name="图片 30" descr="harmful2_7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1347" y="7455"/>
              <a:ext cx="2052" cy="2052"/>
            </a:xfrm>
            <a:prstGeom prst="rect">
              <a:avLst/>
            </a:prstGeom>
          </p:spPr>
        </p:pic>
        <p:pic>
          <p:nvPicPr>
            <p:cNvPr id="32" name="图片 31" descr="benign2_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3613" y="7456"/>
              <a:ext cx="2051" cy="2051"/>
            </a:xfrm>
            <a:prstGeom prst="rect">
              <a:avLst/>
            </a:prstGeom>
          </p:spPr>
        </p:pic>
        <p:pic>
          <p:nvPicPr>
            <p:cNvPr id="33" name="图片 32" descr="harmful2-3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549" y="7455"/>
              <a:ext cx="2051" cy="2051"/>
            </a:xfrm>
            <a:prstGeom prst="rect">
              <a:avLst/>
            </a:prstGeom>
          </p:spPr>
        </p:pic>
        <p:pic>
          <p:nvPicPr>
            <p:cNvPr id="34" name="图片 33" descr="benign2_3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9084" y="7455"/>
              <a:ext cx="2049" cy="2049"/>
            </a:xfrm>
            <a:prstGeom prst="rect">
              <a:avLst/>
            </a:prstGeom>
          </p:spPr>
        </p:pic>
        <p:pic>
          <p:nvPicPr>
            <p:cNvPr id="35" name="图片 34" descr="benign2_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6814" y="7455"/>
              <a:ext cx="2048" cy="2048"/>
            </a:xfrm>
            <a:prstGeom prst="rect">
              <a:avLst/>
            </a:prstGeom>
          </p:spPr>
        </p:pic>
      </p:grpSp>
      <p:grpSp>
        <p:nvGrpSpPr>
          <p:cNvPr id="55" name="组合 54"/>
          <p:cNvGrpSpPr/>
          <p:nvPr/>
        </p:nvGrpSpPr>
        <p:grpSpPr>
          <a:xfrm>
            <a:off x="1901825" y="3961765"/>
            <a:ext cx="8495665" cy="2680970"/>
            <a:chOff x="2995" y="6239"/>
            <a:chExt cx="13379" cy="4222"/>
          </a:xfrm>
        </p:grpSpPr>
        <p:pic>
          <p:nvPicPr>
            <p:cNvPr id="43" name="图片 42" descr="harmful3_0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995" y="6239"/>
              <a:ext cx="2052" cy="2052"/>
            </a:xfrm>
            <a:prstGeom prst="rect">
              <a:avLst/>
            </a:prstGeom>
          </p:spPr>
        </p:pic>
        <p:pic>
          <p:nvPicPr>
            <p:cNvPr id="44" name="图片 43" descr="harmful3_1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261" y="6239"/>
              <a:ext cx="2051" cy="2051"/>
            </a:xfrm>
            <a:prstGeom prst="rect">
              <a:avLst/>
            </a:prstGeom>
          </p:spPr>
        </p:pic>
        <p:pic>
          <p:nvPicPr>
            <p:cNvPr id="45" name="图片 44" descr="harmful3_2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526" y="6239"/>
              <a:ext cx="2052" cy="2052"/>
            </a:xfrm>
            <a:prstGeom prst="rect">
              <a:avLst/>
            </a:prstGeom>
          </p:spPr>
        </p:pic>
        <p:pic>
          <p:nvPicPr>
            <p:cNvPr id="46" name="图片 45" descr="harmful3_3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9792" y="6239"/>
              <a:ext cx="2051" cy="2051"/>
            </a:xfrm>
            <a:prstGeom prst="rect">
              <a:avLst/>
            </a:prstGeom>
          </p:spPr>
        </p:pic>
        <p:pic>
          <p:nvPicPr>
            <p:cNvPr id="47" name="图片 46" descr="harmful3_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2057" y="6239"/>
              <a:ext cx="2051" cy="2051"/>
            </a:xfrm>
            <a:prstGeom prst="rect">
              <a:avLst/>
            </a:prstGeom>
          </p:spPr>
        </p:pic>
        <p:pic>
          <p:nvPicPr>
            <p:cNvPr id="48" name="图片 47" descr="harmful3_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4322" y="6239"/>
              <a:ext cx="2051" cy="2051"/>
            </a:xfrm>
            <a:prstGeom prst="rect">
              <a:avLst/>
            </a:prstGeom>
          </p:spPr>
        </p:pic>
        <p:pic>
          <p:nvPicPr>
            <p:cNvPr id="49" name="图片 48" descr="harmful3_0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997" y="8408"/>
              <a:ext cx="2052" cy="2052"/>
            </a:xfrm>
            <a:prstGeom prst="rect">
              <a:avLst/>
            </a:prstGeom>
          </p:spPr>
        </p:pic>
        <p:pic>
          <p:nvPicPr>
            <p:cNvPr id="50" name="图片 49" descr="benign3_5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4324" y="8409"/>
              <a:ext cx="2051" cy="2051"/>
            </a:xfrm>
            <a:prstGeom prst="rect">
              <a:avLst/>
            </a:prstGeom>
          </p:spPr>
        </p:pic>
        <p:pic>
          <p:nvPicPr>
            <p:cNvPr id="51" name="图片 50" descr="benign3_4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2058" y="8409"/>
              <a:ext cx="2052" cy="2052"/>
            </a:xfrm>
            <a:prstGeom prst="rect">
              <a:avLst/>
            </a:prstGeom>
          </p:spPr>
        </p:pic>
        <p:pic>
          <p:nvPicPr>
            <p:cNvPr id="52" name="图片 51" descr="benign3_3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9793" y="8408"/>
              <a:ext cx="2051" cy="2051"/>
            </a:xfrm>
            <a:prstGeom prst="rect">
              <a:avLst/>
            </a:prstGeom>
          </p:spPr>
        </p:pic>
        <p:pic>
          <p:nvPicPr>
            <p:cNvPr id="53" name="图片 52" descr="benign3_2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7530" y="8409"/>
              <a:ext cx="2049" cy="2049"/>
            </a:xfrm>
            <a:prstGeom prst="rect">
              <a:avLst/>
            </a:prstGeom>
          </p:spPr>
        </p:pic>
        <p:pic>
          <p:nvPicPr>
            <p:cNvPr id="54" name="图片 53" descr="harmful3_1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262" y="8410"/>
              <a:ext cx="2051" cy="2051"/>
            </a:xfrm>
            <a:prstGeom prst="rect">
              <a:avLst/>
            </a:prstGeom>
          </p:spPr>
        </p:pic>
      </p:grpSp>
    </p:spTree>
    <p:custDataLst>
      <p:tags r:id="rId3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glorious~信徒</cp:lastModifiedBy>
  <cp:revision>158</cp:revision>
  <dcterms:created xsi:type="dcterms:W3CDTF">2019-06-19T02:08:00Z</dcterms:created>
  <dcterms:modified xsi:type="dcterms:W3CDTF">2026-02-25T13:04:52Z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90F482CEF9C34A5EA53334A0A05F75FA_11</vt:lpwstr>
  </property>
</Properties>
</file>